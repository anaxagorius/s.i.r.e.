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sldIdLst>
    <p:sldId id="256" r:id="rId5"/>
  </p:sldIdLst>
  <p:sldSz cx="43205400" cy="32404050"/>
  <p:notesSz cx="7315200" cy="9601200"/>
  <p:defaultTextStyle>
    <a:defPPr>
      <a:defRPr lang="en-US"/>
    </a:defPPr>
    <a:lvl1pPr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1pPr>
    <a:lvl2pPr marL="2159000" indent="-1701800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2pPr>
    <a:lvl3pPr marL="4319588" indent="-3405188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3pPr>
    <a:lvl4pPr marL="6480175" indent="-5108575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4pPr>
    <a:lvl5pPr marL="8640763" indent="-6811963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6">
          <p15:clr>
            <a:srgbClr val="A4A3A4"/>
          </p15:clr>
        </p15:guide>
        <p15:guide id="2" pos="13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97E"/>
    <a:srgbClr val="8EB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5620"/>
    <p:restoredTop sz="96327"/>
  </p:normalViewPr>
  <p:slideViewPr>
    <p:cSldViewPr snapToObjects="1">
      <p:cViewPr>
        <p:scale>
          <a:sx n="20" d="100"/>
          <a:sy n="20" d="100"/>
        </p:scale>
        <p:origin x="720" y="-1448"/>
      </p:cViewPr>
      <p:guideLst>
        <p:guide orient="horz" pos="10206"/>
        <p:guide pos="13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8EB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9710" y="29349205"/>
            <a:ext cx="43251120" cy="3054845"/>
          </a:xfrm>
          <a:prstGeom prst="rect">
            <a:avLst/>
          </a:prstGeom>
          <a:solidFill>
            <a:srgbClr val="104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65"/>
          <p:cNvGrpSpPr>
            <a:grpSpLocks/>
          </p:cNvGrpSpPr>
          <p:nvPr userDrawn="1"/>
        </p:nvGrpSpPr>
        <p:grpSpPr bwMode="auto">
          <a:xfrm>
            <a:off x="-89710" y="29523505"/>
            <a:ext cx="43251120" cy="365760"/>
            <a:chOff x="0" y="3766"/>
            <a:chExt cx="5760" cy="64"/>
          </a:xfrm>
        </p:grpSpPr>
        <p:sp>
          <p:nvSpPr>
            <p:cNvPr id="10" name="Rectangle 50"/>
            <p:cNvSpPr>
              <a:spLocks noChangeArrowheads="1"/>
            </p:cNvSpPr>
            <p:nvPr/>
          </p:nvSpPr>
          <p:spPr bwMode="auto">
            <a:xfrm>
              <a:off x="1161" y="3766"/>
              <a:ext cx="1104" cy="64"/>
            </a:xfrm>
            <a:prstGeom prst="rect">
              <a:avLst/>
            </a:prstGeom>
            <a:solidFill>
              <a:srgbClr val="7BB652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" name="Rectangle 51"/>
            <p:cNvSpPr>
              <a:spLocks noChangeArrowheads="1"/>
            </p:cNvSpPr>
            <p:nvPr/>
          </p:nvSpPr>
          <p:spPr bwMode="auto">
            <a:xfrm>
              <a:off x="2301" y="3766"/>
              <a:ext cx="1120" cy="64"/>
            </a:xfrm>
            <a:prstGeom prst="rect">
              <a:avLst/>
            </a:prstGeom>
            <a:solidFill>
              <a:srgbClr val="EBB631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2" name="Rectangle 52"/>
            <p:cNvSpPr>
              <a:spLocks noChangeArrowheads="1"/>
            </p:cNvSpPr>
            <p:nvPr/>
          </p:nvSpPr>
          <p:spPr bwMode="auto">
            <a:xfrm>
              <a:off x="3457" y="3766"/>
              <a:ext cx="1142" cy="64"/>
            </a:xfrm>
            <a:prstGeom prst="rect">
              <a:avLst/>
            </a:prstGeom>
            <a:solidFill>
              <a:srgbClr val="DE8C2F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Rectangle 53"/>
            <p:cNvSpPr>
              <a:spLocks noChangeArrowheads="1"/>
            </p:cNvSpPr>
            <p:nvPr/>
          </p:nvSpPr>
          <p:spPr bwMode="auto">
            <a:xfrm>
              <a:off x="4635" y="3766"/>
              <a:ext cx="1125" cy="64"/>
            </a:xfrm>
            <a:prstGeom prst="rect">
              <a:avLst/>
            </a:prstGeom>
            <a:solidFill>
              <a:srgbClr val="CC3429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Rectangle 54"/>
            <p:cNvSpPr>
              <a:spLocks noChangeArrowheads="1"/>
            </p:cNvSpPr>
            <p:nvPr/>
          </p:nvSpPr>
          <p:spPr bwMode="auto">
            <a:xfrm>
              <a:off x="0" y="3766"/>
              <a:ext cx="1125" cy="64"/>
            </a:xfrm>
            <a:prstGeom prst="rect">
              <a:avLst/>
            </a:prstGeom>
            <a:solidFill>
              <a:srgbClr val="008BA5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16" name="Picture 15" descr="nscc_logo_BIG_whi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54281" y="30288590"/>
            <a:ext cx="6818752" cy="1737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B1D46D-29AA-43BF-A3D5-BEB3495DF774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1B7FC-87E9-44EA-AAF8-94D3C7E90BED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929" y="20822605"/>
            <a:ext cx="36724590" cy="6435804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929" y="13734221"/>
            <a:ext cx="36724590" cy="7088384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859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71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4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840999-55D0-4597-863C-92554F7AA06A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43BC4-B5B7-469D-AB2D-AE2045F43CC1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08778" y="35726968"/>
            <a:ext cx="91503934" cy="101045127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32810" y="35726968"/>
            <a:ext cx="91503939" cy="101045127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51E4F7-2696-42D5-9872-B2231B2E58CB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A15FC2-F196-4E97-83A8-6EF0E771B7AE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0" y="1297665"/>
            <a:ext cx="38884860" cy="540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253409"/>
            <a:ext cx="19089888" cy="3022875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0270" y="10276284"/>
            <a:ext cx="19089888" cy="18669836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7750" y="7253409"/>
            <a:ext cx="19097387" cy="3022875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7750" y="10276284"/>
            <a:ext cx="19097387" cy="18669836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01187C-3E03-4BF0-9ADC-1EF0984621EF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99137-84AE-4618-A682-E30A90374C56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A0197-925E-4DB7-B4C6-A166A7B9428B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12512-9E0C-49C9-AEC8-04EE8B752493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CCA12A-53EF-4B92-B672-7452B988BC94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5B12C-5E29-42F7-BB46-F2344359CBE2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7" y="1290161"/>
            <a:ext cx="14214279" cy="5490686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2111" y="1290168"/>
            <a:ext cx="24153019" cy="27655959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0277" y="6780854"/>
            <a:ext cx="14214279" cy="22165273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F2CCB-5EC5-4AB2-BF87-73BD76F1900D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5BD30-87B4-4379-ABD8-0397080F4E5D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561" y="22682835"/>
            <a:ext cx="25923240" cy="2677837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8561" y="2895362"/>
            <a:ext cx="25923240" cy="19442430"/>
          </a:xfrm>
        </p:spPr>
        <p:txBody>
          <a:bodyPr/>
          <a:lstStyle>
            <a:lvl1pPr marL="0" indent="0">
              <a:buNone/>
              <a:defRPr sz="15100"/>
            </a:lvl1pPr>
            <a:lvl2pPr marL="2159859" indent="0">
              <a:buNone/>
              <a:defRPr sz="13200"/>
            </a:lvl2pPr>
            <a:lvl3pPr marL="4319718" indent="0">
              <a:buNone/>
              <a:defRPr sz="11300"/>
            </a:lvl3pPr>
            <a:lvl4pPr marL="6479577" indent="0">
              <a:buNone/>
              <a:defRPr sz="9500"/>
            </a:lvl4pPr>
            <a:lvl5pPr marL="8639440" indent="0">
              <a:buNone/>
              <a:defRPr sz="9500"/>
            </a:lvl5pPr>
            <a:lvl6pPr marL="10799299" indent="0">
              <a:buNone/>
              <a:defRPr sz="9500"/>
            </a:lvl6pPr>
            <a:lvl7pPr marL="12959158" indent="0">
              <a:buNone/>
              <a:defRPr sz="9500"/>
            </a:lvl7pPr>
            <a:lvl8pPr marL="15119017" indent="0">
              <a:buNone/>
              <a:defRPr sz="9500"/>
            </a:lvl8pPr>
            <a:lvl9pPr marL="17278876" indent="0">
              <a:buNone/>
              <a:defRPr sz="9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8561" y="25360672"/>
            <a:ext cx="25923240" cy="3802973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83F561-ABC0-464F-92EC-80096123B5D8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FFD9FD-EB94-47EC-BBC9-3D9FC9CFEE37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8BF4-9B66-4F6C-AE9A-554FF46DBA45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A19ED-B113-4F29-BF9A-B76AB1F47BC8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8008506" y="6128275"/>
            <a:ext cx="45928243" cy="130643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08779" y="6128275"/>
            <a:ext cx="137079630" cy="130643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5D0903-15FE-4E44-A7B2-62D390562A91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F5B9B-2278-4022-A658-6EAC319FB543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0270" y="1297665"/>
            <a:ext cx="38884860" cy="5400675"/>
          </a:xfrm>
          <a:prstGeom prst="rect">
            <a:avLst/>
          </a:prstGeom>
        </p:spPr>
        <p:txBody>
          <a:bodyPr vert="horz" lIns="431974" tIns="215984" rIns="431974" bIns="21598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560952"/>
            <a:ext cx="38884860" cy="21385175"/>
          </a:xfrm>
          <a:prstGeom prst="rect">
            <a:avLst/>
          </a:prstGeom>
        </p:spPr>
        <p:txBody>
          <a:bodyPr vert="horz" lIns="431974" tIns="215984" rIns="431974" bIns="21598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60270" y="30033761"/>
            <a:ext cx="1008126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2AAB783-6C48-4038-A4CC-2E8D3CBC4F5B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761845" y="30033761"/>
            <a:ext cx="1368171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63870" y="30033761"/>
            <a:ext cx="1008126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807C68A-3A6E-4F35-8A7D-63B78ACB8D6A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ctr" defTabSz="4319718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95" indent="-1619895" algn="l" defTabSz="4319718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773" indent="-1349914" algn="l" defTabSz="4319718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650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509" indent="-1079932" algn="l" defTabSz="4319718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9368" indent="-1079932" algn="l" defTabSz="4319718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9226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085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944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808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5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1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7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44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29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15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901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876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ounded Rectangle 51"/>
          <p:cNvSpPr/>
          <p:nvPr/>
        </p:nvSpPr>
        <p:spPr>
          <a:xfrm>
            <a:off x="11087100" y="4275007"/>
            <a:ext cx="21031200" cy="2423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3134315" y="10779125"/>
            <a:ext cx="9369409" cy="6463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 defTabSz="43205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ln w="50800"/>
                <a:solidFill>
                  <a:schemeClr val="bg1">
                    <a:shade val="50000"/>
                  </a:schemeClr>
                </a:solidFill>
                <a:latin typeface="+mn-lt"/>
              </a:rPr>
              <a:t>Old Software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34315" y="17224375"/>
            <a:ext cx="9369409" cy="6463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 defTabSz="43205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ln w="50800"/>
                <a:solidFill>
                  <a:schemeClr val="bg1">
                    <a:shade val="50000"/>
                  </a:schemeClr>
                </a:solidFill>
                <a:latin typeface="+mn-lt"/>
              </a:rPr>
              <a:t>New Software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1646" y="7539955"/>
            <a:ext cx="9396959" cy="6463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 defTabSz="43205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ln w="50800"/>
                <a:solidFill>
                  <a:schemeClr val="bg1">
                    <a:shade val="50000"/>
                  </a:schemeClr>
                </a:solidFill>
                <a:latin typeface="+mn-lt"/>
              </a:rPr>
              <a:t>System on CCGS Parizeau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925" y="4269455"/>
            <a:ext cx="10058400" cy="24231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789819" y="4090154"/>
            <a:ext cx="10058400" cy="24231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4300" y="464350"/>
            <a:ext cx="42976800" cy="2641220"/>
          </a:xfrm>
          <a:prstGeom prst="roundRect">
            <a:avLst/>
          </a:prstGeom>
          <a:solidFill>
            <a:srgbClr val="104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b="1" dirty="0">
              <a:latin typeface="Book Antiqua" panose="020406020503050303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3518221" y="30131072"/>
            <a:ext cx="8601595" cy="16876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dirty="0"/>
              <a:t>Attribution Box </a:t>
            </a:r>
          </a:p>
          <a:p>
            <a:pPr algn="l"/>
            <a:r>
              <a:rPr lang="en-US" sz="2000" dirty="0"/>
              <a:t>Add references (in small print) for any content used.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9931" y="30164826"/>
            <a:ext cx="20705537" cy="16201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0" b="1" spc="-300" dirty="0"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90925" y="4289455"/>
            <a:ext cx="10018400" cy="2419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LEFT PANEL CONTENT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07100" y="4295007"/>
            <a:ext cx="20991200" cy="2419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CENTER PANEL CONTENT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809819" y="4110154"/>
            <a:ext cx="10018400" cy="2419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RIGHT PANEL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TaxCatchAll xmlns="1f90ba80-b527-4106-9f71-68cac0b6de9a" xsi:nil="true"/>
    <lcf76f155ced4ddcb4097134ff3c332f xmlns="79633a3a-381b-4db3-a1f5-d5e5f356499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3C3516F99F614B969C4D76671A5A08" ma:contentTypeVersion="16" ma:contentTypeDescription="Create a new document." ma:contentTypeScope="" ma:versionID="1934327814b4c3c87b1b744ce5a923c2">
  <xsd:schema xmlns:xsd="http://www.w3.org/2001/XMLSchema" xmlns:xs="http://www.w3.org/2001/XMLSchema" xmlns:p="http://schemas.microsoft.com/office/2006/metadata/properties" xmlns:ns2="79633a3a-381b-4db3-a1f5-d5e5f3564997" xmlns:ns3="1f90ba80-b527-4106-9f71-68cac0b6de9a" xmlns:ns4="d138a47d-dc5e-4040-b149-47ac2695de23" targetNamespace="http://schemas.microsoft.com/office/2006/metadata/properties" ma:root="true" ma:fieldsID="c459736a14a54023abc236c28eed1f25" ns2:_="" ns3:_="" ns4:_="">
    <xsd:import namespace="79633a3a-381b-4db3-a1f5-d5e5f3564997"/>
    <xsd:import namespace="1f90ba80-b527-4106-9f71-68cac0b6de9a"/>
    <xsd:import namespace="d138a47d-dc5e-4040-b149-47ac2695de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633a3a-381b-4db3-a1f5-d5e5f35649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db5c4b-1f5d-4e56-b7d1-1f11c4423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0ba80-b527-4106-9f71-68cac0b6de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2af03a3-7807-4087-841e-2a6e8020897a}" ma:internalName="TaxCatchAll" ma:showField="CatchAllData" ma:web="d138a47d-dc5e-4040-b149-47ac2695de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8a47d-dc5e-4040-b149-47ac2695de2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A36945-6F17-4C84-BFF7-FE0370757AF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1f90ba80-b527-4106-9f71-68cac0b6de9a"/>
    <ds:schemaRef ds:uri="79633a3a-381b-4db3-a1f5-d5e5f3564997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D7DD4D-914D-451F-AF1E-B46300863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43E876-7134-43CB-A145-34B63A4D8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633a3a-381b-4db3-a1f5-d5e5f3564997"/>
    <ds:schemaRef ds:uri="1f90ba80-b527-4106-9f71-68cac0b6de9a"/>
    <ds:schemaRef ds:uri="d138a47d-dc5e-4040-b149-47ac2695d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23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Jeremy</dc:creator>
  <cp:lastModifiedBy>Campbell,Karen</cp:lastModifiedBy>
  <cp:revision>55</cp:revision>
  <cp:lastPrinted>2017-03-31T17:02:50Z</cp:lastPrinted>
  <dcterms:created xsi:type="dcterms:W3CDTF">2009-04-02T15:37:03Z</dcterms:created>
  <dcterms:modified xsi:type="dcterms:W3CDTF">2026-02-20T18:00:43Z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0x010100FE3C3516F99F614B969C4D76671A5A08</vt:lpwstr>
  </property>
  <property fmtid="{D5CDD505-2E9C-101B-9397-08002B2CF9AE}" pid="3" name="MediaServiceImageTags">
    <vt:lpwstr/>
  </property>
</Properties>
</file>